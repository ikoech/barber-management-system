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Barber Booking System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Full-Stack Application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ASP.NET Core Web API  •  React (Vite)  •  SQL Server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ctr" indent="0" marL="0">
              <a:buNone/>
            </a:pPr>
            <a:r>
              <a:rPr lang="en-US" sz="1600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by: Irene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the Barber Booking System?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3474720"/>
          </a:xfrm>
          <a:prstGeom prst="roundRect">
            <a:avLst/>
          </a:prstGeom>
          <a:solidFill>
            <a:srgbClr val="F0FDFB"/>
          </a:solidFill>
          <a:ln/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371600"/>
            <a:ext cx="73152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modern full-stack web application that enables customers to book barber services, barbers to manage availability, and admins to oversee the entire system.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Goals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182880" cy="1828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0972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Simplify appointment scheduling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1719072"/>
            <a:ext cx="182880" cy="1828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6459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 real-time availability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267712"/>
            <a:ext cx="182880" cy="1828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1945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multiple user roles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2816352"/>
            <a:ext cx="182880" cy="1828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7432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Ensure secure authentication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3364992"/>
            <a:ext cx="182880" cy="1828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2918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 a clean, responsive UI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3913632"/>
            <a:ext cx="182880" cy="1828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38404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 scalable backend architecture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560320" cy="1371600"/>
          </a:xfrm>
          <a:prstGeom prst="roundRect">
            <a:avLst/>
          </a:prstGeom>
          <a:solidFill>
            <a:srgbClr val="3B82F6"/>
          </a:solidFill>
          <a:ln/>
          <a:effectLst>
            <a:outerShdw sx="100000" sy="100000" kx="0" ky="0" algn="bl" rotWithShape="0" blurRad="38100" dist="19050" dir="27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2801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+ Vite, TailwindCSS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83280" y="1097280"/>
            <a:ext cx="2560320" cy="1371600"/>
          </a:xfrm>
          <a:prstGeom prst="roundRect">
            <a:avLst/>
          </a:prstGeom>
          <a:solidFill>
            <a:srgbClr val="7C3AED"/>
          </a:solidFill>
          <a:ln/>
          <a:effectLst>
            <a:outerShdw sx="100000" sy="100000" kx="0" ky="0" algn="bl" rotWithShape="0" blurRad="38100" dist="19050" dir="27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566160" y="12801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566160" y="169164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ASP.NET Core Web API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09360" y="1097280"/>
            <a:ext cx="2560320" cy="1371600"/>
          </a:xfrm>
          <a:prstGeom prst="roundRect">
            <a:avLst/>
          </a:prstGeom>
          <a:solidFill>
            <a:srgbClr val="EC4899"/>
          </a:solidFill>
          <a:ln/>
          <a:effectLst>
            <a:outerShdw sx="100000" sy="100000" kx="0" ky="0" algn="bl" rotWithShape="0" blurRad="38100" dist="19050" dir="27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92240" y="12801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92240" y="169164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Server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743200"/>
            <a:ext cx="2560320" cy="1371600"/>
          </a:xfrm>
          <a:prstGeom prst="roundRect">
            <a:avLst/>
          </a:prstGeom>
          <a:solidFill>
            <a:srgbClr val="F59E0B"/>
          </a:solidFill>
          <a:ln/>
          <a:effectLst>
            <a:outerShdw sx="100000" sy="100000" kx="0" ky="0" algn="bl" rotWithShape="0" blurRad="38100" dist="19050" dir="27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0080" y="29260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333756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 Token-based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383280" y="2743200"/>
            <a:ext cx="2560320" cy="1371600"/>
          </a:xfrm>
          <a:prstGeom prst="roundRect">
            <a:avLst/>
          </a:prstGeom>
          <a:solidFill>
            <a:srgbClr val="10B981"/>
          </a:solidFill>
          <a:ln/>
          <a:effectLst>
            <a:outerShdw sx="100000" sy="100000" kx="0" ky="0" algn="bl" rotWithShape="0" blurRad="38100" dist="19050" dir="270000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566160" y="29260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566160" y="333756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 + JSON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309360" y="2743200"/>
            <a:ext cx="2560320" cy="1371600"/>
          </a:xfrm>
          <a:prstGeom prst="roundRect">
            <a:avLst/>
          </a:prstGeom>
          <a:solidFill>
            <a:srgbClr val="06B6D4"/>
          </a:solidFill>
          <a:ln/>
          <a:effectLst>
            <a:outerShdw sx="100000" sy="100000" kx="0" ky="0" algn="bl" rotWithShape="0" blurRad="38100" dist="19050" dir="2700000">
              <a:srgbClr val="000000">
                <a:alpha val="1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92240" y="29260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ORM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92240" y="333756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Entity Framework Core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High-Level Architecture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286000" cy="1097280"/>
          </a:xfrm>
          <a:prstGeom prst="roundRect">
            <a:avLst/>
          </a:prstGeom>
          <a:solidFill>
            <a:srgbClr val="E0F2FE"/>
          </a:solidFill>
          <a:ln w="25400">
            <a:solidFill>
              <a:srgbClr val="0284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9728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C4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Frontend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C4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AuthContext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C4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Protected Routes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926080" y="1645920"/>
            <a:ext cx="731520" cy="0"/>
          </a:xfrm>
          <a:prstGeom prst="line">
            <a:avLst/>
          </a:prstGeom>
          <a:noFill/>
          <a:ln w="25400">
            <a:solidFill>
              <a:srgbClr val="4B556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017520" y="15087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B5563"/>
                </a:solidFill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840480" y="1097280"/>
            <a:ext cx="2286000" cy="1097280"/>
          </a:xfrm>
          <a:prstGeom prst="roundRect">
            <a:avLst/>
          </a:prstGeom>
          <a:solidFill>
            <a:srgbClr val="F3E8FF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0" y="109728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ASP.NET Core API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Controllers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Repositories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1645920"/>
            <a:ext cx="731520" cy="0"/>
          </a:xfrm>
          <a:prstGeom prst="line">
            <a:avLst/>
          </a:prstGeom>
          <a:noFill/>
          <a:ln w="25400">
            <a:solidFill>
              <a:srgbClr val="4B556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15087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B5563"/>
                </a:solidFill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7223760" y="1097280"/>
            <a:ext cx="1463040" cy="1097280"/>
          </a:xfrm>
          <a:prstGeom prst="roundRect">
            <a:avLst/>
          </a:prstGeom>
          <a:solidFill>
            <a:srgbClr val="FCE7F3"/>
          </a:solidFill>
          <a:ln w="25400">
            <a:solidFill>
              <a:srgbClr val="EC48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223760" y="1097280"/>
            <a:ext cx="1463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31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Server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831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371600" y="2560320"/>
            <a:ext cx="6400800" cy="1645920"/>
          </a:xfrm>
          <a:prstGeom prst="roundRect">
            <a:avLst/>
          </a:prstGeom>
          <a:solidFill>
            <a:srgbClr val="FEF3C7"/>
          </a:solidFill>
          <a:ln/>
          <a:effectLst>
            <a:outerShdw sx="100000" sy="100000" kx="0" ky="0" algn="bl" rotWithShape="0" blurRad="38100" dist="19050" dir="27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554480" y="2697480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🔐 JWT Authentication Flow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554480" y="3063240"/>
            <a:ext cx="6035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token-based communication between frontend and backend • Token stored in localStorage • Attached to all API requests for authentication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Features by Role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651760" cy="34747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3B82F6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2651760" cy="4572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972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7373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Browse services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2402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Select barber &amp; date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7432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View availability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32461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Book &amp; cancel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383280" y="1097280"/>
            <a:ext cx="2651760" cy="34747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10B981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83280" y="1097280"/>
            <a:ext cx="2651760" cy="457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3383280" y="10972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Barber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566160" y="17373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Manage hours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566160" y="22402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View bookings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566160" y="27432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Track schedule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309360" y="1097280"/>
            <a:ext cx="2651760" cy="34747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59E0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09360" y="1097280"/>
            <a:ext cx="2651760" cy="4572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6309360" y="10972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92240" y="17373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Manage barbers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92240" y="22402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Manage services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92240" y="27432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View all bookings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Authentication Flow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320040" cy="3200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972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05840" y="11430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logs in with credentials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141732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D9488"/>
                </a:solidFill>
              </a:rPr>
              <a:t>↓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1645920"/>
            <a:ext cx="320040" cy="3200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6459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16916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validates &amp; returns JWT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" y="196596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D9488"/>
                </a:solidFill>
              </a:rPr>
              <a:t>↓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48640" y="2194560"/>
            <a:ext cx="320040" cy="3200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1945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05840" y="224028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stored in localStorage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" y="251460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D9488"/>
                </a:solidFill>
              </a:rPr>
              <a:t>↓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48640" y="2743200"/>
            <a:ext cx="320040" cy="3200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27432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05840" y="278892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AuthContext decodes token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85800" y="306324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D9488"/>
                </a:solidFill>
              </a:rPr>
              <a:t>↓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548640" y="3291840"/>
            <a:ext cx="320040" cy="3200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32918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05840" y="333756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Protected routes unlocked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85800" y="361188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D9488"/>
                </a:solidFill>
              </a:rPr>
              <a:t>↓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548640" y="3840480"/>
            <a:ext cx="320040" cy="3200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38404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005840" y="38862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authFetch attaches token to requests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 Flow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7863840" cy="411480"/>
          </a:xfrm>
          <a:prstGeom prst="roundRect">
            <a:avLst/>
          </a:prstGeom>
          <a:solidFill>
            <a:srgbClr val="F0FDFB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1887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Select service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480560" y="160020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D9488"/>
                </a:solidFill>
              </a:rPr>
              <a:t>↓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1645920"/>
            <a:ext cx="7863840" cy="411480"/>
          </a:xfrm>
          <a:prstGeom prst="roundRect">
            <a:avLst/>
          </a:prstGeom>
          <a:solidFill>
            <a:srgbClr val="F0F9FF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6459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Select barber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480560" y="205740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D9488"/>
                </a:solidFill>
              </a:rPr>
              <a:t>↓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2103120"/>
            <a:ext cx="7863840" cy="411480"/>
          </a:xfrm>
          <a:prstGeom prst="roundRect">
            <a:avLst/>
          </a:prstGeom>
          <a:solidFill>
            <a:srgbClr val="F0FDFB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1031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Choose date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480560" y="251460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D9488"/>
                </a:solidFill>
              </a:rPr>
              <a:t>↓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0080" y="2560320"/>
            <a:ext cx="7863840" cy="411480"/>
          </a:xfrm>
          <a:prstGeom prst="roundRect">
            <a:avLst/>
          </a:prstGeom>
          <a:solidFill>
            <a:srgbClr val="F0F9FF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2560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Load availability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480560" y="297180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D9488"/>
                </a:solidFill>
              </a:rPr>
              <a:t>↓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0080" y="3017520"/>
            <a:ext cx="7863840" cy="411480"/>
          </a:xfrm>
          <a:prstGeom prst="roundRect">
            <a:avLst/>
          </a:prstGeom>
          <a:solidFill>
            <a:srgbClr val="F0FDFB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30175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Select time slot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480560" y="342900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D9488"/>
                </a:solidFill>
              </a:rPr>
              <a:t>↓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40080" y="3474720"/>
            <a:ext cx="7863840" cy="411480"/>
          </a:xfrm>
          <a:prstGeom prst="roundRect">
            <a:avLst/>
          </a:prstGeom>
          <a:solidFill>
            <a:srgbClr val="F0F9FF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34747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Create booking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480560" y="388620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D9488"/>
                </a:solidFill>
              </a:rPr>
              <a:t>↓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40080" y="3931920"/>
            <a:ext cx="7863840" cy="411480"/>
          </a:xfrm>
          <a:prstGeom prst="roundRect">
            <a:avLst/>
          </a:prstGeom>
          <a:solidFill>
            <a:srgbClr val="F0FDFB"/>
          </a:solidFill>
          <a:ln/>
        </p:spPr>
      </p:sp>
      <p:sp>
        <p:nvSpPr>
          <p:cNvPr id="23" name="Text 21"/>
          <p:cNvSpPr/>
          <p:nvPr/>
        </p:nvSpPr>
        <p:spPr>
          <a:xfrm>
            <a:off x="914400" y="39319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Confirmation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40080" y="4389120"/>
            <a:ext cx="7863840" cy="548640"/>
          </a:xfrm>
          <a:prstGeom prst="roundRect">
            <a:avLst/>
          </a:prstGeom>
          <a:solidFill>
            <a:srgbClr val="DBEAFE"/>
          </a:solidFill>
          <a:ln w="25400">
            <a:solidFill>
              <a:srgbClr val="0284C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43891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C4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Customer can cancel anytime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Architecture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1371600" y="1188720"/>
            <a:ext cx="6400800" cy="502920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45920" y="12344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Controllers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114800" y="123444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 Request Handling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371600" y="1737360"/>
            <a:ext cx="6400800" cy="502920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0" y="17830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0" y="178308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Logic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371600" y="2286000"/>
            <a:ext cx="6400800" cy="502920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45920" y="23317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Repositories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114800" y="233172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Access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371600" y="2834640"/>
            <a:ext cx="6400800" cy="502920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45920" y="28803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DTOs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114800" y="288036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Transfer Objects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371600" y="3383280"/>
            <a:ext cx="6400800" cy="502920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45920" y="34290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Entity Framework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114800" y="342900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ORM Layer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371600" y="3931920"/>
            <a:ext cx="6400800" cy="502920"/>
          </a:xfrm>
          <a:prstGeom prst="rect">
            <a:avLst/>
          </a:prstGeom>
          <a:solidFill>
            <a:srgbClr val="FCE7F3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645920" y="39776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Server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114800" y="397764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Architecture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114800" cy="164592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0D9488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2344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📄 Pages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160020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Login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1892808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Dashboard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2185416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Booking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2478024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Admin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46320" y="1097280"/>
            <a:ext cx="4114800" cy="164592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0D9488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74920" y="12344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🧩 Components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166360" y="160020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Reusable UI elements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166360" y="1892808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Custom hooks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926080"/>
            <a:ext cx="4114800" cy="164592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0D9488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5800" y="30632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🔐 AuthContext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77240" y="342900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Token management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77240" y="3721608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User state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46320" y="2926080"/>
            <a:ext cx="4114800" cy="164592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0D9488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074920" y="30632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 Configuration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166360" y="342900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API_BASE setup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166360" y="3721608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Environment vars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Schema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1554480" cy="731520"/>
          </a:xfrm>
          <a:prstGeom prst="roundRect">
            <a:avLst/>
          </a:prstGeom>
          <a:solidFill>
            <a:srgbClr val="3B82F6"/>
          </a:solidFill>
          <a:ln/>
          <a:effectLst>
            <a:outerShdw sx="100000" sy="100000" kx="0" ky="0" algn="bl" rotWithShape="0" blurRad="38100" dist="19050" dir="27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18872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423160" y="1188720"/>
            <a:ext cx="1554480" cy="731520"/>
          </a:xfrm>
          <a:prstGeom prst="roundRect">
            <a:avLst/>
          </a:prstGeom>
          <a:solidFill>
            <a:srgbClr val="10B981"/>
          </a:solidFill>
          <a:ln/>
          <a:effectLst>
            <a:outerShdw sx="100000" sy="100000" kx="0" ky="0" algn="bl" rotWithShape="0" blurRad="38100" dist="19050" dir="27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423160" y="118872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Barbers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14800" y="1188720"/>
            <a:ext cx="1554480" cy="731520"/>
          </a:xfrm>
          <a:prstGeom prst="roundRect">
            <a:avLst/>
          </a:prstGeom>
          <a:solidFill>
            <a:srgbClr val="F59E0B"/>
          </a:solidFill>
          <a:ln/>
          <a:effectLst>
            <a:outerShdw sx="100000" sy="100000" kx="0" ky="0" algn="bl" rotWithShape="0" blurRad="38100" dist="19050" dir="27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114800" y="118872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806440" y="1188720"/>
            <a:ext cx="1554480" cy="731520"/>
          </a:xfrm>
          <a:prstGeom prst="roundRect">
            <a:avLst/>
          </a:prstGeom>
          <a:solidFill>
            <a:srgbClr val="EC4899"/>
          </a:solidFill>
          <a:ln/>
          <a:effectLst>
            <a:outerShdw sx="100000" sy="100000" kx="0" ky="0" algn="bl" rotWithShape="0" blurRad="38100" dist="19050" dir="27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806440" y="118872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WorkingHours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498080" y="1188720"/>
            <a:ext cx="1554480" cy="731520"/>
          </a:xfrm>
          <a:prstGeom prst="roundRect">
            <a:avLst/>
          </a:prstGeom>
          <a:solidFill>
            <a:srgbClr val="8B5CF6"/>
          </a:solidFill>
          <a:ln/>
          <a:effectLst>
            <a:outerShdw sx="100000" sy="100000" kx="0" ky="0" algn="bl" rotWithShape="0" blurRad="38100" dist="19050" dir="27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498080" y="118872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371600" y="2286000"/>
            <a:ext cx="6400800" cy="2286000"/>
          </a:xfrm>
          <a:prstGeom prst="rect">
            <a:avLst/>
          </a:prstGeom>
          <a:solidFill>
            <a:srgbClr val="F0FDFB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600200" y="246888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Relationships: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600200" y="283464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Users ↔ Bookings (One-to-Many)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600200" y="3218688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Barbers ↔ Bookings (One-to-Many)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600200" y="3602736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Barbers ↔ WorkingHours (One-to-Many)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600200" y="3986784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Services ↔ Bookings (One-to-Many)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Technologies &amp; Stack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114800" cy="16002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B82F6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97280"/>
            <a:ext cx="4114800" cy="365760"/>
          </a:xfrm>
          <a:prstGeom prst="rect">
            <a:avLst/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15544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ASP.NET Core 6+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18745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C#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21945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Entity Framework Core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46320" y="1097280"/>
            <a:ext cx="4114800" cy="16002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46320" y="1097280"/>
            <a:ext cx="4114800" cy="365760"/>
          </a:xfrm>
          <a:prstGeom prst="rect">
            <a:avLst/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166360" y="15544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React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166360" y="18745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Vite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166360" y="21945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TailwindCSS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166360" y="25146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JavaScript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880360"/>
            <a:ext cx="4114800" cy="16002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57200" y="2880360"/>
            <a:ext cx="4114800" cy="365760"/>
          </a:xfrm>
          <a:prstGeom prst="rect">
            <a:avLst/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77240" y="33375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SQL Server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77240" y="36576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T-SQL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46320" y="2880360"/>
            <a:ext cx="4114800" cy="16002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C4899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846320" y="2880360"/>
            <a:ext cx="4114800" cy="365760"/>
          </a:xfrm>
          <a:prstGeom prst="rect">
            <a:avLst/>
          </a:prstGeom>
          <a:solidFill>
            <a:srgbClr val="EC489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166360" y="33375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JWT Tokens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166360" y="36576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HTTPS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166360" y="39776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Password Hashing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Challenges Solved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182880" cy="1828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70432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1097280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 decoding &amp; role-based access mapping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746504"/>
            <a:ext cx="182880" cy="1828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746504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1673352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barber availability calculation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2322576"/>
            <a:ext cx="182880" cy="1828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322576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2249424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Preventing double-booking conflicts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2898648"/>
            <a:ext cx="182880" cy="1828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898648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4400" y="2825496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 Core migrations &amp; foreign key constraints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3474720"/>
            <a:ext cx="182880" cy="1828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47472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4400" y="3401568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API_BASE integration across components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4050792"/>
            <a:ext cx="182880" cy="1828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4050792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14400" y="3977640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Protected routes with token validation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Enhancements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📧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97280" y="10972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Notifications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97280" y="1389888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 confirmations &amp; reminders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7647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💳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097280" y="181051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Integration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97280" y="21031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Stripe or PayPal integration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47802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👨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097280" y="252374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Barber Profiles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97280" y="28163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profiles with reviews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319125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📍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097280" y="323697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Multi-Location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7280" y="3529584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multiple barber shops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39044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097280" y="395020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App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97280" y="4242816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iOS/Android application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7680960" cy="3474720"/>
          </a:xfrm>
          <a:prstGeom prst="roundRect">
            <a:avLst/>
          </a:prstGeom>
          <a:solidFill>
            <a:srgbClr val="F0FDFB"/>
          </a:solidFill>
          <a:ln/>
          <a:effectLst>
            <a:outerShdw sx="100000" sy="100000" kx="0" ky="0" algn="bl" rotWithShape="0" blurRad="508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7280" y="1371600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Full-stack engineering with modern technologies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97280" y="1755648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Clean architecture &amp; separation of concerns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97280" y="2139696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Secure authentication &amp; authorization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2523744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Real-world booking logic &amp; availability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97280" y="2907792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Scalable design for future growth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3566160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complete, production-ready application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377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31089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by: Irene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3F4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Full-Stack Software Engineer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0" y="4206240"/>
            <a:ext cx="1828800" cy="73152"/>
          </a:xfrm>
          <a:prstGeom prst="rect">
            <a:avLst/>
          </a:prstGeom>
          <a:solidFill>
            <a:srgbClr val="0D9488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Barber Booking System - Full Stack Application</dc:title>
  <dc:subject>PptxGenJS Presentation</dc:subject>
  <dc:creator>Irene</dc:creator>
  <cp:lastModifiedBy>Irene</cp:lastModifiedBy>
  <cp:revision>1</cp:revision>
  <dcterms:created xsi:type="dcterms:W3CDTF">2026-06-30T11:00:44Z</dcterms:created>
  <dcterms:modified xsi:type="dcterms:W3CDTF">2026-06-30T11:00:44Z</dcterms:modified>
</cp:coreProperties>
</file>